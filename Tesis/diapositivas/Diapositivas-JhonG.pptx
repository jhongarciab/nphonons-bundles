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3506450" cy="8782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506450" cy="8782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